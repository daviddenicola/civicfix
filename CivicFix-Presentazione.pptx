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CIVICFIX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di segnalazione civica per cittadini e comuni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civicfix_pptx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3068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01368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civicfix_pptx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672" y="430682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18488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52928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civicfix_pptx/icons/thumbs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43068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70048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904488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civicfix_pptx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43068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721608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cittadini non hanno un canale semplice per segnalare buche, illuminazione guasta o rifiuti abbandonati</a:t>
            </a:r>
            <a:endParaRPr lang="en-US" sz="160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comuni ricevono segnalazioni sparse tra telefono, email e social, senza un sistema per tracciarle o assegnarle</a:t>
            </a:r>
            <a:endParaRPr lang="en-US" sz="160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 visibilità su tempi di risoluzione e carico di lavoro delle squadre operative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73736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ivicfix_pptx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4" y="18836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1792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canale unico per segnalare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0" y="27889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civicfix_pptx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2935224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83880" y="28437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tracciamento dei tempi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0" y="38404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civicfix_pptx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398678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83880" y="38953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assegnazione a squadre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soluzione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flusso, dalla segnalazione alla risoluzione, con un ruolo dedicato per ogni fase.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0B2E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civicfix_pptx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32304"/>
            <a:ext cx="484632" cy="4846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Cittadino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Segnala un problema sulla mappa, con foto e descrizione, e sostiene le segnalazioni di altri.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0B2E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civicfix_pptx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432304"/>
            <a:ext cx="484632" cy="4846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703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le segnalazioni assegnate al proprio team e ne aggiorna lo stato fino alla risoluzione.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76200" dist="25400" dir="5400000">
              <a:srgbClr val="0B2E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civicfix_pptx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432304"/>
            <a:ext cx="484632" cy="4846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Amministratore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703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utenti e team, assegna le priorità e monitora l'andamento con statistiche in tempo reale.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Funzionalità principali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civicfix_pptx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562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interattiva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scelta con un click, indirizzo riconosciuto in automatico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8745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civicfix_pptx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0025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8562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multiple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segnalazione può includere più immagini a supporto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600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8745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civicfix_pptx/icons/thumbs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00253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8562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 dei cittadini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Sostegno alle segnalazioni di altri per farle emergere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/home/claude/civicfix_pptx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9709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50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avanzata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per categoria, stato, data e ricerca "vicino a me"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79476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7720" y="40690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4" descr="/home/claude/civicfix_pptx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19709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49240" y="4050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stato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cambio di stato e commento resta tracciato nel tempo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79476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/>
        </p:spPr>
      </p:sp>
      <p:sp>
        <p:nvSpPr>
          <p:cNvPr id="29" name="Shape 22"/>
          <p:cNvSpPr/>
          <p:nvPr/>
        </p:nvSpPr>
        <p:spPr>
          <a:xfrm>
            <a:off x="8412480" y="40690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5" descr="/home/claude/civicfix_pptx/icons/m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197096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40507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email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password e comunicazioni automatiche via email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tecnica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670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(SPA)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2377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9476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3127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· Service · Repository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23774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06640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3127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 dati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3044952"/>
            <a:ext cx="777240" cy="256032"/>
          </a:xfrm>
          <a:prstGeom prst="rightArrow">
            <a:avLst/>
          </a:prstGeom>
          <a:solidFill>
            <a:srgbClr val="5B72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044952"/>
            <a:ext cx="777240" cy="256032"/>
          </a:xfrm>
          <a:prstGeom prst="rightArrow">
            <a:avLst/>
          </a:prstGeom>
          <a:solidFill>
            <a:srgbClr val="5B727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0" descr="/home/claude/civicfix_pptx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4187952"/>
            <a:ext cx="265176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34924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stateless via JWT — nessuna sessione lato server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tecnologico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992124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05356" y="2011680"/>
            <a:ext cx="1376172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05356" y="2011680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011680"/>
            <a:ext cx="17602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2011680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70932" y="2011680"/>
            <a:ext cx="17602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70932" y="2011680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95744" y="2011680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95744" y="201168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0436" y="2011680"/>
            <a:ext cx="608076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60436" y="2011680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3104" y="2011680"/>
            <a:ext cx="1952244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33104" y="2011680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17602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514600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· Mockito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992124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74904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05356" y="374904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705356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0108" y="3749040"/>
            <a:ext cx="1856232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50108" y="374904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70932" y="3749040"/>
            <a:ext cx="992124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70932" y="374904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7648" y="3749040"/>
            <a:ext cx="1088136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27648" y="374904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0376" y="3749040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80376" y="374904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 nei dettagli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civicfix_pptx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46504"/>
            <a:ext cx="393192" cy="393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819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dei dati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9476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 protetti e permessi diversi per cittadini, operatori e amministratori.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70632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civicfix_pptx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16936"/>
            <a:ext cx="393192" cy="3931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523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intelligente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1810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in un istante le segnalazioni vicine a te, ovunque tu sia in città.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941064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civicfix_pptx/icons/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87368"/>
            <a:ext cx="393192" cy="3931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9227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esportabili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2885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e grafici scaricabili in PDF o Excel con un click.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111496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civicfix_pptx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257800"/>
            <a:ext cx="393192" cy="3931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093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basate sui dati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458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 chiari aiutano l'amministrazione a capire dove intervenire prima.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 in azione</a:t>
            </a:r>
            <a:endParaRPr lang="en-US" sz="3800" dirty="0"/>
          </a:p>
        </p:txBody>
      </p:sp>
      <p:pic>
        <p:nvPicPr>
          <p:cNvPr id="3" name="Image 0" descr="/home/claude/civicfix_pptx/screenshots/mapp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349240" cy="19476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E33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35753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delle segnalazioni</a:t>
            </a:r>
            <a:endParaRPr lang="en-US" sz="1250" dirty="0"/>
          </a:p>
        </p:txBody>
      </p:sp>
      <p:pic>
        <p:nvPicPr>
          <p:cNvPr id="5" name="Image 1" descr="/home/claude/civicfix_pptx/screenshots/creazi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349240" cy="19476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E33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172200" y="35753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 di una segnalazione</a:t>
            </a:r>
            <a:endParaRPr lang="en-US" sz="1250" dirty="0"/>
          </a:p>
        </p:txBody>
      </p:sp>
      <p:pic>
        <p:nvPicPr>
          <p:cNvPr id="7" name="Image 2" descr="/home/claude/civicfix_pptx/screenshots/statistich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206240"/>
            <a:ext cx="5349240" cy="19476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E33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548640" y="622706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statistiche</a:t>
            </a:r>
            <a:endParaRPr lang="en-US" sz="1250" dirty="0"/>
          </a:p>
        </p:txBody>
      </p:sp>
      <p:pic>
        <p:nvPicPr>
          <p:cNvPr id="9" name="Image 3" descr="/home/claude/civicfix_pptx/screenshots/dettagli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4206240"/>
            <a:ext cx="5349240" cy="194767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E33">
                <a:alpha val="18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172200" y="622706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Dettaglio segnalazione</a:t>
            </a:r>
            <a:endParaRPr lang="en-US" sz="125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CivicFix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488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Segnala in un click.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 la tua città rispondere.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49808" y="3794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ivicfix_pptx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922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381304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github.com/DavidDeNicola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2026-08-29T10:39:01Z</dcterms:created>
  <dcterms:modified xsi:type="dcterms:W3CDTF">2026-08-29T10:39:01Z</dcterms:modified>
</cp:coreProperties>
</file>